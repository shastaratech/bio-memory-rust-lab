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Quantum State And Molecular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A graph is useful, but a molecule is more than a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04-quantum-state-simulation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04 - Quantum State And Molecular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What The Graph Can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04-quantum-state-simulation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Formula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Atom count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Bond count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Neighbors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Paths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Connected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04 - Quantum State And Molecular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What The Graph Leaves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04-quantum-state-simulation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Exact 3D shape.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Electron density.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Real reaction behavior.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Quantum energy.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Docking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04 - Quantum State And Molecular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Run The Graph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04-quantum-state-simulation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ethanol summary</a:t>
            </a:r>
            <a:br/>
            <a:r>
              <a:t>cargo run -- ethanol path 3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04 - Quantum State And Molecular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Quantum-Classical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04-quantum-state-simulation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Choose molecular problem.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Build simplified Hamiltonian.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Prepare quantum state.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Measure energy terms.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Classical optimizer updates parameters.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Repeat until energy stops improving.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04 - Quantum State And Molecular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Guardrail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04-quantum-state-simulation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355070"/>
                </a:solidFill>
              </a:defRPr>
            </a:pPr>
            <a:r>
              <a:t>Avoid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2F946D"/>
                </a:solidFill>
              </a:defRPr>
            </a:pPr>
            <a:r>
              <a:t>Say Instead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 qubit is a bigger bit.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Quantum stores all answers.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Quantum solves all chemistry.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 qubit is a quantum state.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Algorithms shape amplitudes.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Quantum may help some hard simulations.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04 - Quantum State And Molecular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04-quantum-state-simulation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is a graph not a complete molecule?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Which part of VQE is classical?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Which part prepares and measures quantum state?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