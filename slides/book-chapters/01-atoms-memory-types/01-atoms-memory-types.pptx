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Atoms, Memory, And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Use Rust types to make atom facts explicit and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01-atoms-memory-types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01 - Atoms, Memory, And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01-atoms-memory-types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 type is a rule for what kind of value something is.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An atom has typed facts: element, charge, aromatic flag.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Rust catches many representation mistakes 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01 - Atoms, Memory, And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Element As Enum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01-atoms-memory-types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enum Element {</a:t>
            </a:r>
            <a:br/>
            <a:r>
              <a:t>    H,</a:t>
            </a:r>
            <a:br/>
            <a:r>
              <a:t>    C,</a:t>
            </a:r>
            <a:br/>
            <a:r>
              <a:t>    N,</a:t>
            </a:r>
            <a:br/>
            <a:r>
              <a:t>    O,</a:t>
            </a:r>
            <a:br/>
            <a:r>
              <a:t>    F,</a:t>
            </a:r>
            <a:br/>
            <a:r>
              <a:t>    Cl,</a:t>
            </a:r>
            <a:br/>
            <a:r>
              <a:t>    Br,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01 - Atoms, Memory, And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Atom As 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01-atoms-memory-types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struct Atom {</a:t>
            </a:r>
            <a:br/>
            <a:r>
              <a:t>    pub element: Element,</a:t>
            </a:r>
            <a:br/>
            <a:r>
              <a:t>    pub formal_charge: i8,</a:t>
            </a:r>
            <a:br/>
            <a:r>
              <a:t>    pub aromatic: bool,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01 - Atoms, Memory, And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Why Not Just Strings?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01-atoms-memory-types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355070"/>
                </a:solidFill>
              </a:defRPr>
            </a:pPr>
            <a:r>
              <a:t>String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51560"/>
            <a:ext cx="502920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400" b="1">
                <a:solidFill>
                  <a:srgbClr val="2F946D"/>
                </a:solidFill>
              </a:defRPr>
            </a:pPr>
            <a:r>
              <a:t>Enum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"cl" and "CL" can both appear.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Misspellings are runtime data problems.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Text is useful at file boundaries.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572768"/>
            <a:ext cx="49834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Element::Cl has one spelling.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Compiler checks allowed variants.</a:t>
            </a:r>
          </a:p>
          <a:p>
            <a:pPr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Clean internal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01 - Atoms, Memory, And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Compile And Inspect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01-atoms-memory-types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cd exercises/rust-molecule-model</a:t>
            </a:r>
            <a:br/>
            <a:r>
              <a:t>cargo test</a:t>
            </a:r>
            <a:br/>
            <a:r>
              <a:t>cargo run -- water atoms</a:t>
            </a:r>
            <a:br/>
            <a:r>
              <a:t>cargo run -- water bonds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01 - Atoms, Memory, And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01-atoms-memory-types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is Element an enum?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is formal_charge signed?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does Atom::neutral(Element::O) create?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