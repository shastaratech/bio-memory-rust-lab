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840480" cy="6858000"/>
          </a:xfrm>
          <a:prstGeom prst="rect">
            <a:avLst/>
          </a:prstGeom>
          <a:solidFill>
            <a:srgbClr val="172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502920"/>
            <a:ext cx="2926080" cy="36576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Bio Memory Rust Lab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349240"/>
            <a:ext cx="2834640" cy="73152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Setup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97680" y="1234440"/>
            <a:ext cx="7040880" cy="123444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>
              <a:defRPr sz="3800" b="1">
                <a:solidFill>
                  <a:srgbClr val="172033"/>
                </a:solidFill>
              </a:defRPr>
            </a:pPr>
            <a:r>
              <a:t>Compile, Test, Run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43400" y="2743200"/>
            <a:ext cx="6675120" cy="96012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>
              <a:defRPr sz="2200" b="0">
                <a:solidFill>
                  <a:srgbClr val="516070"/>
                </a:solidFill>
              </a:defRPr>
            </a:pPr>
            <a:r>
              <a:t>Get the repo running before learning chemistry or Rust concepts.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43400" y="6144768"/>
            <a:ext cx="5486400" cy="22860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>
              <a:defRPr sz="1100" b="0">
                <a:solidFill>
                  <a:srgbClr val="516070"/>
                </a:solidFill>
              </a:defRPr>
            </a:pPr>
            <a:r>
              <a:t>00-setup | exercises/rust-molecule-model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72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64592"/>
            <a:ext cx="2743200" cy="32004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>
              <a:defRPr sz="1500" b="1">
                <a:solidFill>
                  <a:srgbClr val="FFFFFF"/>
                </a:solidFill>
              </a:defRPr>
            </a:pPr>
            <a:r>
              <a:t>ShastaraTech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26080" y="164592"/>
            <a:ext cx="7132320" cy="32004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>
              <a:defRPr sz="1400" b="0">
                <a:solidFill>
                  <a:srgbClr val="FFFFFF"/>
                </a:solidFill>
              </a:defRPr>
            </a:pPr>
            <a:r>
              <a:t>Setup - Compile, Test, Run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41248"/>
            <a:ext cx="10789920" cy="45720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>
              <a:defRPr sz="3000" b="1">
                <a:solidFill>
                  <a:srgbClr val="172033"/>
                </a:solidFill>
              </a:defRPr>
            </a:pPr>
            <a:r>
              <a:t>Student Goal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473952"/>
            <a:ext cx="7315200" cy="22860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>
              <a:defRPr sz="1000" b="0">
                <a:solidFill>
                  <a:srgbClr val="516070"/>
                </a:solidFill>
              </a:defRPr>
            </a:pPr>
            <a:r>
              <a:t>00-setup | exercises/rust-molecule-model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17320"/>
            <a:ext cx="10789920" cy="4754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2400">
                <a:solidFill>
                  <a:srgbClr val="172033"/>
                </a:solidFill>
              </a:defRPr>
            </a:pPr>
            <a:r>
              <a:t>Install or verify Rust and Cargo.</a:t>
            </a:r>
          </a:p>
          <a:p>
            <a:pPr>
              <a:spcAft>
                <a:spcPts val="800"/>
              </a:spcAft>
              <a:defRPr sz="2400">
                <a:solidFill>
                  <a:srgbClr val="172033"/>
                </a:solidFill>
              </a:defRPr>
            </a:pPr>
            <a:r>
              <a:t>Clone the repo and find the Rust exercise.</a:t>
            </a:r>
          </a:p>
          <a:p>
            <a:pPr>
              <a:spcAft>
                <a:spcPts val="800"/>
              </a:spcAft>
              <a:defRPr sz="2400">
                <a:solidFill>
                  <a:srgbClr val="172033"/>
                </a:solidFill>
              </a:defRPr>
            </a:pPr>
            <a:r>
              <a:t>Run tests before changing code.</a:t>
            </a:r>
          </a:p>
          <a:p>
            <a:pPr>
              <a:spcAft>
                <a:spcPts val="800"/>
              </a:spcAft>
              <a:defRPr sz="2400">
                <a:solidFill>
                  <a:srgbClr val="172033"/>
                </a:solidFill>
              </a:defRPr>
            </a:pPr>
            <a:r>
              <a:t>Run the molecule CLI and read its output.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72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64592"/>
            <a:ext cx="2743200" cy="32004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>
              <a:defRPr sz="1500" b="1">
                <a:solidFill>
                  <a:srgbClr val="FFFFFF"/>
                </a:solidFill>
              </a:defRPr>
            </a:pPr>
            <a:r>
              <a:t>ShastaraTech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26080" y="164592"/>
            <a:ext cx="7132320" cy="32004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>
              <a:defRPr sz="1400" b="0">
                <a:solidFill>
                  <a:srgbClr val="FFFFFF"/>
                </a:solidFill>
              </a:defRPr>
            </a:pPr>
            <a:r>
              <a:t>Setup - Compile, Test, Run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41248"/>
            <a:ext cx="10789920" cy="45720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>
              <a:defRPr sz="3000" b="1">
                <a:solidFill>
                  <a:srgbClr val="172033"/>
                </a:solidFill>
              </a:defRPr>
            </a:pPr>
            <a:r>
              <a:t>Files To Open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473952"/>
            <a:ext cx="7315200" cy="22860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>
              <a:defRPr sz="1000" b="0">
                <a:solidFill>
                  <a:srgbClr val="516070"/>
                </a:solidFill>
              </a:defRPr>
            </a:pPr>
            <a:r>
              <a:t>00-setup | exercises/rust-molecule-model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17320"/>
            <a:ext cx="10789920" cy="4754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2400">
                <a:solidFill>
                  <a:srgbClr val="172033"/>
                </a:solidFill>
              </a:defRPr>
            </a:pPr>
            <a:r>
              <a:t>book/00-setup.md</a:t>
            </a:r>
          </a:p>
          <a:p>
            <a:pPr>
              <a:spcAft>
                <a:spcPts val="800"/>
              </a:spcAft>
              <a:defRPr sz="2400">
                <a:solidFill>
                  <a:srgbClr val="172033"/>
                </a:solidFill>
              </a:defRPr>
            </a:pPr>
            <a:r>
              <a:t>exercises/rust-molecule-model/Cargo.toml</a:t>
            </a:r>
          </a:p>
          <a:p>
            <a:pPr>
              <a:spcAft>
                <a:spcPts val="800"/>
              </a:spcAft>
              <a:defRPr sz="2400">
                <a:solidFill>
                  <a:srgbClr val="172033"/>
                </a:solidFill>
              </a:defRPr>
            </a:pPr>
            <a:r>
              <a:t>exercises/rust-molecule-model/src/main.rs</a:t>
            </a:r>
          </a:p>
          <a:p>
            <a:pPr>
              <a:spcAft>
                <a:spcPts val="800"/>
              </a:spcAft>
              <a:defRPr sz="2400">
                <a:solidFill>
                  <a:srgbClr val="172033"/>
                </a:solidFill>
              </a:defRPr>
            </a:pPr>
            <a:r>
              <a:t>exercises/rust-molecule-model/src/molecule.rs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72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64592"/>
            <a:ext cx="2743200" cy="32004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>
              <a:defRPr sz="1500" b="1">
                <a:solidFill>
                  <a:srgbClr val="FFFFFF"/>
                </a:solidFill>
              </a:defRPr>
            </a:pPr>
            <a:r>
              <a:t>ShastaraTech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26080" y="164592"/>
            <a:ext cx="7132320" cy="32004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>
              <a:defRPr sz="1400" b="0">
                <a:solidFill>
                  <a:srgbClr val="FFFFFF"/>
                </a:solidFill>
              </a:defRPr>
            </a:pPr>
            <a:r>
              <a:t>Setup - Compile, Test, Run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41248"/>
            <a:ext cx="10789920" cy="45720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>
              <a:defRPr sz="3000" b="1">
                <a:solidFill>
                  <a:srgbClr val="172033"/>
                </a:solidFill>
              </a:defRPr>
            </a:pPr>
            <a:r>
              <a:t>Compile And Test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473952"/>
            <a:ext cx="7315200" cy="22860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>
              <a:defRPr sz="1000" b="0">
                <a:solidFill>
                  <a:srgbClr val="516070"/>
                </a:solidFill>
              </a:defRPr>
            </a:pPr>
            <a:r>
              <a:t>00-setup | exercises/rust-molecule-model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234440"/>
            <a:ext cx="10881360" cy="4480560"/>
          </a:xfrm>
          <a:prstGeom prst="roundRect">
            <a:avLst/>
          </a:prstGeom>
          <a:solidFill>
            <a:srgbClr val="EEF2F7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435608"/>
            <a:ext cx="10424160" cy="4160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72033"/>
                </a:solidFill>
                <a:latin typeface="Menlo"/>
              </a:defRPr>
            </a:pPr>
            <a:r>
              <a:t>cd exercises/rust-molecule-model</a:t>
            </a:r>
            <a:br/>
            <a:r>
              <a:t>cargo fmt --check</a:t>
            </a:r>
            <a:br/>
            <a:r>
              <a:t>cargo test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72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64592"/>
            <a:ext cx="2743200" cy="32004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>
              <a:defRPr sz="1500" b="1">
                <a:solidFill>
                  <a:srgbClr val="FFFFFF"/>
                </a:solidFill>
              </a:defRPr>
            </a:pPr>
            <a:r>
              <a:t>ShastaraTech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26080" y="164592"/>
            <a:ext cx="7132320" cy="32004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>
              <a:defRPr sz="1400" b="0">
                <a:solidFill>
                  <a:srgbClr val="FFFFFF"/>
                </a:solidFill>
              </a:defRPr>
            </a:pPr>
            <a:r>
              <a:t>Setup - Compile, Test, Run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41248"/>
            <a:ext cx="10789920" cy="45720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>
              <a:defRPr sz="3000" b="1">
                <a:solidFill>
                  <a:srgbClr val="172033"/>
                </a:solidFill>
              </a:defRPr>
            </a:pPr>
            <a:r>
              <a:t>Run The CLI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473952"/>
            <a:ext cx="7315200" cy="22860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>
              <a:defRPr sz="1000" b="0">
                <a:solidFill>
                  <a:srgbClr val="516070"/>
                </a:solidFill>
              </a:defRPr>
            </a:pPr>
            <a:r>
              <a:t>00-setup | exercises/rust-molecule-model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234440"/>
            <a:ext cx="10881360" cy="4480560"/>
          </a:xfrm>
          <a:prstGeom prst="roundRect">
            <a:avLst/>
          </a:prstGeom>
          <a:solidFill>
            <a:srgbClr val="EEF2F7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435608"/>
            <a:ext cx="10424160" cy="4160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72033"/>
                </a:solidFill>
                <a:latin typeface="Menlo"/>
              </a:defRPr>
            </a:pPr>
            <a:r>
              <a:t>cargo run -- list</a:t>
            </a:r>
            <a:br/>
            <a:r>
              <a:t>cargo run -- water summary</a:t>
            </a:r>
            <a:br/>
            <a:r>
              <a:t>cargo run -- methane summary</a:t>
            </a:r>
            <a:br/>
            <a:r>
              <a:t>cargo run -- ethanol summary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72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64592"/>
            <a:ext cx="2743200" cy="32004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>
              <a:defRPr sz="1500" b="1">
                <a:solidFill>
                  <a:srgbClr val="FFFFFF"/>
                </a:solidFill>
              </a:defRPr>
            </a:pPr>
            <a:r>
              <a:t>ShastaraTech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26080" y="164592"/>
            <a:ext cx="7132320" cy="32004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>
              <a:defRPr sz="1400" b="0">
                <a:solidFill>
                  <a:srgbClr val="FFFFFF"/>
                </a:solidFill>
              </a:defRPr>
            </a:pPr>
            <a:r>
              <a:t>Setup - Compile, Test, Run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41248"/>
            <a:ext cx="10789920" cy="45720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>
              <a:defRPr sz="3000" b="1">
                <a:solidFill>
                  <a:srgbClr val="172033"/>
                </a:solidFill>
              </a:defRPr>
            </a:pPr>
            <a:r>
              <a:t>Expected First Output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473952"/>
            <a:ext cx="7315200" cy="22860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>
              <a:defRPr sz="1000" b="0">
                <a:solidFill>
                  <a:srgbClr val="516070"/>
                </a:solidFill>
              </a:defRPr>
            </a:pPr>
            <a:r>
              <a:t>00-setup | exercises/rust-molecule-model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17320"/>
            <a:ext cx="10789920" cy="4754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2400">
                <a:solidFill>
                  <a:srgbClr val="172033"/>
                </a:solidFill>
              </a:defRPr>
            </a:pPr>
            <a:r>
              <a:t>list prints: water, methane, ethanol</a:t>
            </a:r>
          </a:p>
          <a:p>
            <a:pPr>
              <a:spcAft>
                <a:spcPts val="800"/>
              </a:spcAft>
              <a:defRPr sz="2400">
                <a:solidFill>
                  <a:srgbClr val="172033"/>
                </a:solidFill>
              </a:defRPr>
            </a:pPr>
            <a:r>
              <a:t>water formula is H2O.</a:t>
            </a:r>
          </a:p>
          <a:p>
            <a:pPr>
              <a:spcAft>
                <a:spcPts val="800"/>
              </a:spcAft>
              <a:defRPr sz="2400">
                <a:solidFill>
                  <a:srgbClr val="172033"/>
                </a:solidFill>
              </a:defRPr>
            </a:pPr>
            <a:r>
              <a:t>methane formula is CH4.</a:t>
            </a:r>
          </a:p>
          <a:p>
            <a:pPr>
              <a:spcAft>
                <a:spcPts val="800"/>
              </a:spcAft>
              <a:defRPr sz="2400">
                <a:solidFill>
                  <a:srgbClr val="172033"/>
                </a:solidFill>
              </a:defRPr>
            </a:pPr>
            <a:r>
              <a:t>ethanol formula is C2H6O.</a:t>
            </a:r>
          </a:p>
          <a:p>
            <a:pPr>
              <a:spcAft>
                <a:spcPts val="800"/>
              </a:spcAft>
              <a:defRPr sz="2400">
                <a:solidFill>
                  <a:srgbClr val="172033"/>
                </a:solidFill>
              </a:defRPr>
            </a:pPr>
            <a:r>
              <a:t>All validation checks should print true.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72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64592"/>
            <a:ext cx="2743200" cy="32004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>
              <a:defRPr sz="1500" b="1">
                <a:solidFill>
                  <a:srgbClr val="FFFFFF"/>
                </a:solidFill>
              </a:defRPr>
            </a:pPr>
            <a:r>
              <a:t>ShastaraTech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26080" y="164592"/>
            <a:ext cx="7132320" cy="32004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>
              <a:defRPr sz="1400" b="0">
                <a:solidFill>
                  <a:srgbClr val="FFFFFF"/>
                </a:solidFill>
              </a:defRPr>
            </a:pPr>
            <a:r>
              <a:t>Setup - Compile, Test, Run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41248"/>
            <a:ext cx="10789920" cy="45720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>
              <a:defRPr sz="3000" b="1">
                <a:solidFill>
                  <a:srgbClr val="172033"/>
                </a:solidFill>
              </a:defRPr>
            </a:pPr>
            <a:r>
              <a:t>Checkpoint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473952"/>
            <a:ext cx="7315200" cy="22860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>
              <a:defRPr sz="1000" b="0">
                <a:solidFill>
                  <a:srgbClr val="516070"/>
                </a:solidFill>
              </a:defRPr>
            </a:pPr>
            <a:r>
              <a:t>00-setup | exercises/rust-molecule-model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17320"/>
            <a:ext cx="10789920" cy="4754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2400">
                <a:solidFill>
                  <a:srgbClr val="172033"/>
                </a:solidFill>
              </a:defRPr>
            </a:pPr>
            <a:r>
              <a:t>What command runs tests?</a:t>
            </a:r>
          </a:p>
          <a:p>
            <a:pPr>
              <a:spcAft>
                <a:spcPts val="800"/>
              </a:spcAft>
              <a:defRPr sz="2400">
                <a:solidFill>
                  <a:srgbClr val="172033"/>
                </a:solidFill>
              </a:defRPr>
            </a:pPr>
            <a:r>
              <a:t>What command lists toy molecules?</a:t>
            </a:r>
          </a:p>
          <a:p>
            <a:pPr>
              <a:spcAft>
                <a:spcPts val="800"/>
              </a:spcAft>
              <a:defRPr sz="2400">
                <a:solidFill>
                  <a:srgbClr val="172033"/>
                </a:solidFill>
              </a:defRPr>
            </a:pPr>
            <a:r>
              <a:t>Which file contains struct Molecule?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