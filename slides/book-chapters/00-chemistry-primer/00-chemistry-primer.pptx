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Atoms, Elements, Bonds, Molecules, And Formulas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The chemistry vocabulary students need before Rust data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Four Core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355070"/>
                </a:solidFill>
              </a:defRPr>
            </a:pPr>
            <a:r>
              <a:t>Atom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A tiny unit of matter. In our</a:t>
            </a:r>
            <a:br/>
            <a:r>
              <a:t>model, it becomes one node.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2F946D"/>
                </a:solidFill>
              </a:defRPr>
            </a:pPr>
            <a:r>
              <a:t>Element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A kind of atom, such as H, C,</a:t>
            </a:r>
            <a:br/>
            <a:r>
              <a:t>N, or 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297180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645920"/>
            <a:ext cx="2560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1">
                <a:solidFill>
                  <a:srgbClr val="D9902F"/>
                </a:solidFill>
              </a:defRPr>
            </a:pPr>
            <a:r>
              <a:t>Bond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240280"/>
            <a:ext cx="251460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700" b="0">
                <a:solidFill>
                  <a:srgbClr val="172033"/>
                </a:solidFill>
              </a:defRPr>
            </a:pPr>
            <a:r>
              <a:t>A connection between atoms. In</a:t>
            </a:r>
            <a:br/>
            <a:r>
              <a:t>our model, it becomes an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What Is A Molecule?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 molecule is a group of atoms connected by bonds.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Water is one oxygen atom connected to two hydrogen atoms.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Methane is one carbon atom connected to four hydrogen atoms.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Ethanol is a larger connected atom-bond 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How To Read H2O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H2 means two hydrogen atoms.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O means one oxygen atom.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No number means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cargo run -- water summary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formula: H2O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atoms: 3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bonds: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How To Read CH4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 means one carbon atom.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H4 means four hydrogen atoms.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Total atoms: five.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cargo run -- methane summary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formula: CH4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atoms: 5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bonds: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How To Read C2H6O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C2 means two carbon atoms.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H6 means six hydrogen atoms.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O means one oxygen atom.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cargo run -- ethanol summary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formula: C2H6O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atoms: 9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bonds: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Formula vs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 formula preserves element counts.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 formula leaves out exact connectivity.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 graph stores atoms plus bonds.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Rust needs Atom, Bond, and Molecule because formula text is not enough.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cd exercises/rust-molecule-model</a:t>
            </a:r>
            <a:br/>
            <a:r>
              <a:t>cargo run -- water summary</a:t>
            </a:r>
            <a:br/>
            <a:r>
              <a:t>cargo run -- methane summary</a:t>
            </a:r>
            <a:br/>
            <a:r>
              <a:t>cargo run -- ethanol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00 - Atoms, Elements, Bonds, Molecules, And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00-chemistry-primer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the 2 mean in H2O?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CH4 mean?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information does C2H6O leave out?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does Rust need a Bond type?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