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Molecules As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Atoms become nodes, bonds become edges, and algorithms become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02 - Molecules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Graph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Node: an atom.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Edge: a bond.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Neighbor: directly bonded atom.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Path: route through bonds.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Component: separate fragment.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02 - Molecules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Storage vs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Stored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Computed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Vec&lt;Atom&gt;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Vec&lt;Bond&gt;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Simple and readable.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Vec&lt;Vec&lt;usize&gt;&gt; adjacency list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Fast repeated neighbor lookup.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Good for BFS.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02 - Molecules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Neighbor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ethanol atoms</a:t>
            </a:r>
            <a:br/>
            <a:r>
              <a:t>cargo run -- ethanol neighbors 1</a:t>
            </a:r>
            <a:br/>
            <a:br/>
            <a:r>
              <a:t># expected neighbors:</a:t>
            </a:r>
            <a:br/>
            <a:r>
              <a:t>[0, 2, 6, 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02 - Molecules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Shortest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ethanol path 3 8</a:t>
            </a:r>
            <a:br/>
            <a:br/>
            <a:r>
              <a:t># expected path:</a:t>
            </a:r>
            <a:br/>
            <a:r>
              <a:t>[3, 0, 1, 2, 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02 - Molecules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BFS Intuition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Start at one atom.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Visit all unvisited neighbors.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Remember where each atom came from.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Stop when the goal is found.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Reconstruct the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02 - Molecules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02-molecules-as-graphs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is a node?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is an edge?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can a path be missing?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use VecDeque for BFS?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