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Bio Memory Rust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49240"/>
            <a:ext cx="2834640" cy="7315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Chapter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234440"/>
            <a:ext cx="7040880" cy="12344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800" b="1">
                <a:solidFill>
                  <a:srgbClr val="172033"/>
                </a:solidFill>
              </a:defRPr>
            </a:pPr>
            <a:r>
              <a:t>Ownership And Borrowing Through Molecule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2743200"/>
            <a:ext cx="6675120" cy="96012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2200" b="0">
                <a:solidFill>
                  <a:srgbClr val="516070"/>
                </a:solidFill>
              </a:defRPr>
            </a:pPr>
            <a:r>
              <a:t>Many readers or one editor: Rust's sharing rule as a molecule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144768"/>
            <a:ext cx="54864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1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One owner holds the molecule data.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Many readers can inspect it.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One editor can change it.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Validation keeps broken molecules from moving forward.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Borrowed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pub fn atoms(&amp;self) -&gt; &amp;[Atom]</a:t>
            </a:r>
            <a:br/>
            <a:r>
              <a:t>pub fn bonds(&amp;self) -&gt; &amp;[Bond]</a:t>
            </a:r>
            <a:br/>
            <a:r>
              <a:t>pub fn validate_bond_indices(&amp;self) -&gt; bool</a:t>
            </a:r>
            <a:br/>
            <a:r>
              <a:t>pub fn formula(&amp;self) -&gt; String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Run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10881360" cy="4480560"/>
          </a:xfrm>
          <a:prstGeom prst="roundRect">
            <a:avLst/>
          </a:prstGeom>
          <a:solidFill>
            <a:srgbClr val="EEF2F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35608"/>
            <a:ext cx="10424160" cy="4160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033"/>
                </a:solidFill>
                <a:latin typeface="Menlo"/>
              </a:defRPr>
            </a:pPr>
            <a:r>
              <a:t>cargo run -- water validate</a:t>
            </a:r>
            <a:br/>
            <a:r>
              <a:t>cargo run -- ethanol validate</a:t>
            </a:r>
            <a:br/>
            <a:br/>
            <a:r>
              <a:t># expected:</a:t>
            </a:r>
            <a:br/>
            <a:r>
              <a:t>true</a:t>
            </a:r>
            <a:br/>
            <a:r>
              <a:t>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Why Borrow?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Summary can read without owning the molecule.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Formula can read without copying all atoms.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Neighbor queries can reuse the same molecule.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Scoring and validation can be composed safely.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Student Edit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Open src/main.rs.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Find print_summary.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Add a line for connected_components().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Run cargo run -- ethanol summary.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Run cargo test.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274320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ShastaraTech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"/>
            <a:ext cx="7132320" cy="32004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Chapter 03 - Ownership And Borrowing Through Molecule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789920" cy="4572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3000" b="1">
                <a:solidFill>
                  <a:srgbClr val="172033"/>
                </a:solidFill>
              </a:defRPr>
            </a:pPr>
            <a:r>
              <a:t>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none" lIns="45720" rIns="45720" tIns="27432" bIns="27432">
            <a:spAutoFit/>
          </a:bodyPr>
          <a:lstStyle/>
          <a:p>
            <a:pPr>
              <a:defRPr sz="1000" b="0">
                <a:solidFill>
                  <a:srgbClr val="516070"/>
                </a:solidFill>
              </a:defRPr>
            </a:pPr>
            <a:r>
              <a:t>03-ownership-borrowing-design | exercises/rust-molecule-model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&amp;self mean?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Why does print_summary use &amp;Molecule?</a:t>
            </a:r>
          </a:p>
          <a:p>
            <a:pPr>
              <a:spcAft>
                <a:spcPts val="800"/>
              </a:spcAft>
              <a:defRPr sz="2400">
                <a:solidFill>
                  <a:srgbClr val="172033"/>
                </a:solidFill>
              </a:defRPr>
            </a:pPr>
            <a:r>
              <a:t>What does validation check?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