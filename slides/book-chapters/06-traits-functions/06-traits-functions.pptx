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Traits And Functions For Molecular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Types describe data; traits describe shared capabilities.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06-traits-functions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06 - Traits And Functions For Molecular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Three Traits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06-traits-functions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97180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560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1">
                <a:solidFill>
                  <a:srgbClr val="355070"/>
                </a:solidFill>
              </a:defRPr>
            </a:pPr>
            <a:r>
              <a:t>Describe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2514600" cy="2057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700" b="0">
                <a:solidFill>
                  <a:srgbClr val="172033"/>
                </a:solidFill>
              </a:defRPr>
            </a:pPr>
            <a:r>
              <a:t>Atom, Bond, and Molecule can</a:t>
            </a:r>
            <a:br/>
            <a:r>
              <a:t>explain themselves.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297180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2560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1">
                <a:solidFill>
                  <a:srgbClr val="2F946D"/>
                </a:solidFill>
              </a:defRPr>
            </a:pPr>
            <a:r>
              <a:t>ChemicalFormula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2514600" cy="2057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700" b="0">
                <a:solidFill>
                  <a:srgbClr val="172033"/>
                </a:solidFill>
              </a:defRPr>
            </a:pPr>
            <a:r>
              <a:t>Molecule can produce formula</a:t>
            </a:r>
            <a:br/>
            <a:r>
              <a:t>counts and formula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17320"/>
            <a:ext cx="297180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645920"/>
            <a:ext cx="2560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1">
                <a:solidFill>
                  <a:srgbClr val="D9902F"/>
                </a:solidFill>
              </a:defRPr>
            </a:pPr>
            <a:r>
              <a:t>MolecularGraph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240280"/>
            <a:ext cx="2514600" cy="2057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700" b="0">
                <a:solidFill>
                  <a:srgbClr val="172033"/>
                </a:solidFill>
              </a:defRPr>
            </a:pPr>
            <a:r>
              <a:t>Molecule can answer graph</a:t>
            </a:r>
            <a:br/>
            <a:r>
              <a:t>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06 - Traits And Functions For Molecular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Describe Trait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06-traits-functions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trait Describe {</a:t>
            </a:r>
            <a:br/>
            <a:r>
              <a:t>    fn describe(&amp;self) -&gt; String;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06 - Traits And Functions For Molecular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Formula Trait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06-traits-functions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trait ChemicalFormula {</a:t>
            </a:r>
            <a:br/>
            <a:r>
              <a:t>    fn formula_counts(&amp;self) -&gt; Vec&lt;(Element, usize)&gt;;</a:t>
            </a:r>
            <a:br/>
            <a:br/>
            <a:r>
              <a:t>    fn formula(&amp;self) -&gt; String {</a:t>
            </a:r>
            <a:br/>
            <a:r>
              <a:t>        ...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06 - Traits And Functions For Molecular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Graph Trait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06-traits-functions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trait MolecularGraph {</a:t>
            </a:r>
            <a:br/>
            <a:r>
              <a:t>    fn atom_count(&amp;self) -&gt; usize;</a:t>
            </a:r>
            <a:br/>
            <a:r>
              <a:t>    fn bond_count(&amp;self) -&gt; usize;</a:t>
            </a:r>
            <a:br/>
            <a:r>
              <a:t>    fn neighbors(&amp;self, atom_id: usize) -&gt; Vec&lt;usize&gt;;</a:t>
            </a:r>
            <a:br/>
            <a:r>
              <a:t>    fn shortest_path(&amp;self, start: usize, goal: usize) -&gt; Option&lt;Vec&lt;usize&gt;&gt;;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06 - Traits And Functions For Molecular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Run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06-traits-functions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water summary</a:t>
            </a:r>
            <a:br/>
            <a:r>
              <a:t>cargo run -- ethanol neighbors 1</a:t>
            </a:r>
            <a:br/>
            <a:r>
              <a:t>cargo run -- ethanol path 3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06 - Traits And Functions For Molecular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06-traits-functions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is a trait?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Which trait has a default method?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accept &amp;impl MolecularGraph?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