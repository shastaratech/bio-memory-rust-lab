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Bio Memory Rust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49240"/>
            <a:ext cx="28346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Chapter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040880" cy="1234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800" b="1">
                <a:solidFill>
                  <a:srgbClr val="172033"/>
                </a:solidFill>
              </a:defRPr>
            </a:pPr>
            <a:r>
              <a:t>Molecule Explorer CLI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743200"/>
            <a:ext cx="6675120" cy="9601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0">
                <a:solidFill>
                  <a:srgbClr val="516070"/>
                </a:solidFill>
              </a:defRPr>
            </a:pPr>
            <a:r>
              <a:t>Turn the molecule model into a tool students can run and extend.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144768"/>
            <a:ext cx="5486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100" b="0">
                <a:solidFill>
                  <a:srgbClr val="516070"/>
                </a:solidFill>
              </a:defRPr>
            </a:pPr>
            <a:r>
              <a:t>07-molecule-explorer-project | exercises/rust-molecule-model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07 - Molecule Explorer CLI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Project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07-molecule-explorer-project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Inspect toy molecules from the command line.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Connect commands to Rust functions.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Practice library plus CLI structure.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Add a new command or molecule.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07 - Molecule Explorer CLI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File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07-molecule-explorer-project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src/lib.rs       # reusable library</a:t>
            </a:r>
            <a:br/>
            <a:r>
              <a:t>src/main.rs      # command-line interface</a:t>
            </a:r>
            <a:br/>
            <a:r>
              <a:t>src/molecule.rs  # data model, traits,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07 - Molecule Explorer CLI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Run All Main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07-molecule-explorer-project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cargo run -- list</a:t>
            </a:r>
            <a:br/>
            <a:r>
              <a:t>cargo run -- water summary</a:t>
            </a:r>
            <a:br/>
            <a:r>
              <a:t>cargo run -- ethanol atoms</a:t>
            </a:r>
            <a:br/>
            <a:r>
              <a:t>cargo run -- ethanol bonds</a:t>
            </a:r>
            <a:br/>
            <a:r>
              <a:t>cargo run -- ethanol neighbors 1</a:t>
            </a:r>
            <a:br/>
            <a:r>
              <a:t>cargo run -- ethanol path 3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07 - Molecule Explorer CLI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Command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07-molecule-explorer-project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Read command-line args.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Look up molecule by name.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Match the requested command.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Call Molecule methods.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Print student-readable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07 - Molecule Explorer CLI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Project Task: Add degree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07-molecule-explorer-project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cargo run -- ethanol degree 1</a:t>
            </a:r>
            <a:br/>
            <a:br/>
            <a:r>
              <a:t># expected:</a:t>
            </a:r>
            <a:br/>
            <a:r>
              <a:t>4</a:t>
            </a:r>
            <a:br/>
            <a:br/>
            <a:r>
              <a:t># hint:</a:t>
            </a:r>
            <a:br/>
            <a:r>
              <a:t>molecule.neighbors(atom_id).len()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07 - Molecule Explorer CLI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University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07-molecule-explorer-project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Introduce enum Command.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Write parse_command(args) -&gt; Result&lt;Command, String&gt;.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Unit test command parsing.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Keep CLI messages friendly.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07 - Molecule Explorer CLI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07-molecule-explorer-project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is the difference between lib.rs and main.rs?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Which file stores algorithms?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How does the CLI choose a molecule?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