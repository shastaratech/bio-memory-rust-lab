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840480" cy="6858000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2926080" cy="36576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Bio Memory Rust Lab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349240"/>
            <a:ext cx="2834640" cy="73152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Chapter 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0" y="1234440"/>
            <a:ext cx="7040880" cy="123444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3800" b="1">
                <a:solidFill>
                  <a:srgbClr val="172033"/>
                </a:solidFill>
              </a:defRPr>
            </a:pPr>
            <a:r>
              <a:t>Rust Data Structures For Molecules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43400" y="2743200"/>
            <a:ext cx="6675120" cy="96012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2200" b="0">
                <a:solidFill>
                  <a:srgbClr val="516070"/>
                </a:solidFill>
              </a:defRPr>
            </a:pPr>
            <a:r>
              <a:t>Choose structures based on the question you want to answer.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43400" y="6144768"/>
            <a:ext cx="5486400" cy="22860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1100" b="0">
                <a:solidFill>
                  <a:srgbClr val="516070"/>
                </a:solidFill>
              </a:defRPr>
            </a:pPr>
            <a:r>
              <a:t>05-data-structures | exercises/rust-molecule-model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2743200" cy="32004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ShastaraTech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0" y="164592"/>
            <a:ext cx="7132320" cy="32004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1400" b="0">
                <a:solidFill>
                  <a:srgbClr val="FFFFFF"/>
                </a:solidFill>
              </a:defRPr>
            </a:pPr>
            <a:r>
              <a:t>Chapter 05 - Rust Data Structures For Molecules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41248"/>
            <a:ext cx="10789920" cy="45720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3000" b="1">
                <a:solidFill>
                  <a:srgbClr val="172033"/>
                </a:solidFill>
              </a:defRPr>
            </a:pPr>
            <a:r>
              <a:t>Representation Choices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73952"/>
            <a:ext cx="7315200" cy="22860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1000" b="0">
                <a:solidFill>
                  <a:srgbClr val="516070"/>
                </a:solidFill>
              </a:defRPr>
            </a:pPr>
            <a:r>
              <a:t>05-data-structures | exercises/rust-molecule-model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051560"/>
            <a:ext cx="5029200" cy="36576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2400" b="1">
                <a:solidFill>
                  <a:srgbClr val="355070"/>
                </a:solidFill>
              </a:defRPr>
            </a:pPr>
            <a:r>
              <a:t>Question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63640" y="1051560"/>
            <a:ext cx="5029200" cy="36576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2400" b="1">
                <a:solidFill>
                  <a:srgbClr val="2F946D"/>
                </a:solidFill>
              </a:defRPr>
            </a:pPr>
            <a:r>
              <a:t>Structure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572768"/>
            <a:ext cx="49834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172033"/>
                </a:solidFill>
              </a:defRPr>
            </a:pPr>
            <a:r>
              <a:t>What elements are allowed?</a:t>
            </a:r>
          </a:p>
          <a:p>
            <a:pPr>
              <a:spcAft>
                <a:spcPts val="800"/>
              </a:spcAft>
              <a:defRPr sz="1900">
                <a:solidFill>
                  <a:srgbClr val="172033"/>
                </a:solidFill>
              </a:defRPr>
            </a:pPr>
            <a:r>
              <a:t>What facts belong to an atom?</a:t>
            </a:r>
          </a:p>
          <a:p>
            <a:pPr>
              <a:spcAft>
                <a:spcPts val="800"/>
              </a:spcAft>
              <a:defRPr sz="1900">
                <a:solidFill>
                  <a:srgbClr val="172033"/>
                </a:solidFill>
              </a:defRPr>
            </a:pPr>
            <a:r>
              <a:t>How many atoms exist?</a:t>
            </a:r>
          </a:p>
          <a:p>
            <a:pPr>
              <a:spcAft>
                <a:spcPts val="800"/>
              </a:spcAft>
              <a:defRPr sz="1900">
                <a:solidFill>
                  <a:srgbClr val="172033"/>
                </a:solidFill>
              </a:defRPr>
            </a:pPr>
            <a:r>
              <a:t>Which atoms are connected?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91072" y="1572768"/>
            <a:ext cx="49834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172033"/>
                </a:solidFill>
              </a:defRPr>
            </a:pPr>
            <a:r>
              <a:t>enum Element</a:t>
            </a:r>
          </a:p>
          <a:p>
            <a:pPr>
              <a:spcAft>
                <a:spcPts val="800"/>
              </a:spcAft>
              <a:defRPr sz="1900">
                <a:solidFill>
                  <a:srgbClr val="172033"/>
                </a:solidFill>
              </a:defRPr>
            </a:pPr>
            <a:r>
              <a:t>struct Atom</a:t>
            </a:r>
          </a:p>
          <a:p>
            <a:pPr>
              <a:spcAft>
                <a:spcPts val="800"/>
              </a:spcAft>
              <a:defRPr sz="1900">
                <a:solidFill>
                  <a:srgbClr val="172033"/>
                </a:solidFill>
              </a:defRPr>
            </a:pPr>
            <a:r>
              <a:t>Vec&lt;Atom&gt;</a:t>
            </a:r>
          </a:p>
          <a:p>
            <a:pPr>
              <a:spcAft>
                <a:spcPts val="800"/>
              </a:spcAft>
              <a:defRPr sz="1900">
                <a:solidFill>
                  <a:srgbClr val="172033"/>
                </a:solidFill>
              </a:defRPr>
            </a:pPr>
            <a:r>
              <a:t>Vec&lt;Bond&gt; or adjacency list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2743200" cy="32004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ShastaraTech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0" y="164592"/>
            <a:ext cx="7132320" cy="32004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1400" b="0">
                <a:solidFill>
                  <a:srgbClr val="FFFFFF"/>
                </a:solidFill>
              </a:defRPr>
            </a:pPr>
            <a:r>
              <a:t>Chapter 05 - Rust Data Structures For Molecules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41248"/>
            <a:ext cx="10789920" cy="45720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3000" b="1">
                <a:solidFill>
                  <a:srgbClr val="172033"/>
                </a:solidFill>
              </a:defRPr>
            </a:pPr>
            <a:r>
              <a:t>Molecule Owns Collections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73952"/>
            <a:ext cx="7315200" cy="22860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1000" b="0">
                <a:solidFill>
                  <a:srgbClr val="516070"/>
                </a:solidFill>
              </a:defRPr>
            </a:pPr>
            <a:r>
              <a:t>05-data-structures | exercises/rust-molecule-model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234440"/>
            <a:ext cx="10881360" cy="4480560"/>
          </a:xfrm>
          <a:prstGeom prst="roundRect">
            <a:avLst/>
          </a:prstGeom>
          <a:solidFill>
            <a:srgbClr val="EEF2F7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35608"/>
            <a:ext cx="10424160" cy="4160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033"/>
                </a:solidFill>
                <a:latin typeface="Menlo"/>
              </a:defRPr>
            </a:pPr>
            <a:r>
              <a:t>pub struct Molecule {</a:t>
            </a:r>
            <a:br/>
            <a:r>
              <a:t>    atoms: Vec&lt;Atom&gt;,</a:t>
            </a:r>
            <a:br/>
            <a:r>
              <a:t>    bonds: Vec&lt;Bond&gt;,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2743200" cy="32004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ShastaraTech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0" y="164592"/>
            <a:ext cx="7132320" cy="32004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1400" b="0">
                <a:solidFill>
                  <a:srgbClr val="FFFFFF"/>
                </a:solidFill>
              </a:defRPr>
            </a:pPr>
            <a:r>
              <a:t>Chapter 05 - Rust Data Structures For Molecules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41248"/>
            <a:ext cx="10789920" cy="45720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3000" b="1">
                <a:solidFill>
                  <a:srgbClr val="172033"/>
                </a:solidFill>
              </a:defRPr>
            </a:pPr>
            <a:r>
              <a:t>Formula Counts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73952"/>
            <a:ext cx="7315200" cy="22860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1000" b="0">
                <a:solidFill>
                  <a:srgbClr val="516070"/>
                </a:solidFill>
              </a:defRPr>
            </a:pPr>
            <a:r>
              <a:t>05-data-structures | exercises/rust-molecule-model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234440"/>
            <a:ext cx="10881360" cy="4480560"/>
          </a:xfrm>
          <a:prstGeom prst="roundRect">
            <a:avLst/>
          </a:prstGeom>
          <a:solidFill>
            <a:srgbClr val="EEF2F7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35608"/>
            <a:ext cx="10424160" cy="4160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033"/>
                </a:solidFill>
                <a:latin typeface="Menlo"/>
              </a:defRPr>
            </a:pPr>
            <a:r>
              <a:t>pub fn formula_counts(&amp;self) -&gt; Vec&lt;(Element, usize)&gt;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2743200" cy="32004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ShastaraTech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0" y="164592"/>
            <a:ext cx="7132320" cy="32004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1400" b="0">
                <a:solidFill>
                  <a:srgbClr val="FFFFFF"/>
                </a:solidFill>
              </a:defRPr>
            </a:pPr>
            <a:r>
              <a:t>Chapter 05 - Rust Data Structures For Molecules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41248"/>
            <a:ext cx="10789920" cy="45720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3000" b="1">
                <a:solidFill>
                  <a:srgbClr val="172033"/>
                </a:solidFill>
              </a:defRPr>
            </a:pPr>
            <a:r>
              <a:t>Run Formula Commands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73952"/>
            <a:ext cx="7315200" cy="22860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1000" b="0">
                <a:solidFill>
                  <a:srgbClr val="516070"/>
                </a:solidFill>
              </a:defRPr>
            </a:pPr>
            <a:r>
              <a:t>05-data-structures | exercises/rust-molecule-model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234440"/>
            <a:ext cx="10881360" cy="4480560"/>
          </a:xfrm>
          <a:prstGeom prst="roundRect">
            <a:avLst/>
          </a:prstGeom>
          <a:solidFill>
            <a:srgbClr val="EEF2F7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35608"/>
            <a:ext cx="10424160" cy="4160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033"/>
                </a:solidFill>
                <a:latin typeface="Menlo"/>
              </a:defRPr>
            </a:pPr>
            <a:r>
              <a:t>cargo run -- water formula</a:t>
            </a:r>
            <a:br/>
            <a:r>
              <a:t>cargo run -- methane formula</a:t>
            </a:r>
            <a:br/>
            <a:r>
              <a:t>cargo run -- ethanol formula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2743200" cy="32004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ShastaraTech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0" y="164592"/>
            <a:ext cx="7132320" cy="32004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1400" b="0">
                <a:solidFill>
                  <a:srgbClr val="FFFFFF"/>
                </a:solidFill>
              </a:defRPr>
            </a:pPr>
            <a:r>
              <a:t>Chapter 05 - Rust Data Structures For Molecules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41248"/>
            <a:ext cx="10789920" cy="45720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3000" b="1">
                <a:solidFill>
                  <a:srgbClr val="172033"/>
                </a:solidFill>
              </a:defRPr>
            </a:pPr>
            <a:r>
              <a:t>Try It: Add Ammonia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73952"/>
            <a:ext cx="7315200" cy="22860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1000" b="0">
                <a:solidFill>
                  <a:srgbClr val="516070"/>
                </a:solidFill>
              </a:defRPr>
            </a:pPr>
            <a:r>
              <a:t>05-data-structures | exercises/rust-molecule-model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17320"/>
            <a:ext cx="1078992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2400">
                <a:solidFill>
                  <a:srgbClr val="172033"/>
                </a:solidFill>
              </a:defRPr>
            </a:pPr>
            <a:r>
              <a:t>Add pub fn ammonia() -&gt; Molecule.</a:t>
            </a:r>
          </a:p>
          <a:p>
            <a:pPr>
              <a:spcAft>
                <a:spcPts val="800"/>
              </a:spcAft>
              <a:defRPr sz="2400">
                <a:solidFill>
                  <a:srgbClr val="172033"/>
                </a:solidFill>
              </a:defRPr>
            </a:pPr>
            <a:r>
              <a:t>Use one N and three H atoms.</a:t>
            </a:r>
          </a:p>
          <a:p>
            <a:pPr>
              <a:spcAft>
                <a:spcPts val="800"/>
              </a:spcAft>
              <a:defRPr sz="2400">
                <a:solidFill>
                  <a:srgbClr val="172033"/>
                </a:solidFill>
              </a:defRPr>
            </a:pPr>
            <a:r>
              <a:t>Add three N-H bonds.</a:t>
            </a:r>
          </a:p>
          <a:p>
            <a:pPr>
              <a:spcAft>
                <a:spcPts val="800"/>
              </a:spcAft>
              <a:defRPr sz="2400">
                <a:solidFill>
                  <a:srgbClr val="172033"/>
                </a:solidFill>
              </a:defRPr>
            </a:pPr>
            <a:r>
              <a:t>Update molecule_by_name.</a:t>
            </a:r>
          </a:p>
          <a:p>
            <a:pPr>
              <a:spcAft>
                <a:spcPts val="800"/>
              </a:spcAft>
              <a:defRPr sz="2400">
                <a:solidFill>
                  <a:srgbClr val="172033"/>
                </a:solidFill>
              </a:defRPr>
            </a:pPr>
            <a:r>
              <a:t>Update molecule_names.</a:t>
            </a:r>
          </a:p>
          <a:p>
            <a:pPr>
              <a:spcAft>
                <a:spcPts val="800"/>
              </a:spcAft>
              <a:defRPr sz="2400">
                <a:solidFill>
                  <a:srgbClr val="172033"/>
                </a:solidFill>
              </a:defRPr>
            </a:pPr>
            <a:r>
              <a:t>Run cargo test.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2743200" cy="32004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ShastaraTech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0" y="164592"/>
            <a:ext cx="7132320" cy="32004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1400" b="0">
                <a:solidFill>
                  <a:srgbClr val="FFFFFF"/>
                </a:solidFill>
              </a:defRPr>
            </a:pPr>
            <a:r>
              <a:t>Chapter 05 - Rust Data Structures For Molecules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41248"/>
            <a:ext cx="10789920" cy="45720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3000" b="1">
                <a:solidFill>
                  <a:srgbClr val="172033"/>
                </a:solidFill>
              </a:defRPr>
            </a:pPr>
            <a:r>
              <a:t>Checkpoint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73952"/>
            <a:ext cx="7315200" cy="22860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1000" b="0">
                <a:solidFill>
                  <a:srgbClr val="516070"/>
                </a:solidFill>
              </a:defRPr>
            </a:pPr>
            <a:r>
              <a:t>05-data-structures | exercises/rust-molecule-model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17320"/>
            <a:ext cx="1078992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2400">
                <a:solidFill>
                  <a:srgbClr val="172033"/>
                </a:solidFill>
              </a:defRPr>
            </a:pPr>
            <a:r>
              <a:t>Why use Vec&lt;Atom&gt;?</a:t>
            </a:r>
          </a:p>
          <a:p>
            <a:pPr>
              <a:spcAft>
                <a:spcPts val="800"/>
              </a:spcAft>
              <a:defRPr sz="2400">
                <a:solidFill>
                  <a:srgbClr val="172033"/>
                </a:solidFill>
              </a:defRPr>
            </a:pPr>
            <a:r>
              <a:t>What does Vec&lt;(Element, usize)&gt; represent?</a:t>
            </a:r>
          </a:p>
          <a:p>
            <a:pPr>
              <a:spcAft>
                <a:spcPts val="800"/>
              </a:spcAft>
              <a:defRPr sz="2400">
                <a:solidFill>
                  <a:srgbClr val="172033"/>
                </a:solidFill>
              </a:defRPr>
            </a:pPr>
            <a:r>
              <a:t>What is storage representation vs graph view?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